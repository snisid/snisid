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SNISID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Système anti-corruption basé sur interconnexion des institutions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Faux documents, corruption, absence de contrôle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SNISID = vérification automatique multi-sources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+ APIs + OCR + Certification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Transparence, sécurité, réduction fraude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