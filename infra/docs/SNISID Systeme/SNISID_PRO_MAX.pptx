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SNISID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Système national anti-corruption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Problème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Fraude documentaire massive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SNISID plateforme intelligente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+ APIs + 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Détection fraude avancée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Biométrie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Identification sécurisée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Traçabilité immuable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Validation multi-source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Certificat Police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Infalsifiable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Sécurité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mTLS + JWT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Transparence nationale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Gouvernance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Cadre étatique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Impact économique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+ Kubernetes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Observabilité temps réel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Transformation digitale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