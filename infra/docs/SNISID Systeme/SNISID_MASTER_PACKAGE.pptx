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SNISID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 digitale d’Haïti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Fraude &amp; corruption systémique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SNISID plateforme nationale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+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Détection fraude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Biométrie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Reconnaissance faciale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immuable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multi-source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Trust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Réduction corruption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Valeur économique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Déploiement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national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Gouvernance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Cadre légal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infra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Révolution numérique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